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72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61098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3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64008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Designing and Simulating a</a:t>
            </a:r>
            <a:endParaRPr lang="en-US" sz="300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Secure Tech Startup Network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300" dirty="0">
                <a:solidFill>
                  <a:srgbClr val="00D4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Segmentation  |  DMZ  |  VPN Access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3200400" y="3840480"/>
            <a:ext cx="2743200" cy="13716"/>
          </a:xfrm>
          <a:prstGeom prst="rect">
            <a:avLst/>
          </a:prstGeom>
          <a:solidFill>
            <a:srgbClr val="7F8F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731520" y="402336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7/5344 — Networking and Data Communications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443484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Karrie Butcher   •   Camryn McPhaul   •   Daniel Opemipo Oni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Project Overview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4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designs and simulates a secure network for a tech startup using Cisco Packet Tracer. The architecture follows a three-tier model (core, distribution, access) with department-level VLAN segmentation, a DMZ for public-facing servers, and a VPN gateway for remote employees.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2560320" cy="219456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2743200"/>
            <a:ext cx="5029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85800" y="33375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Three-Tier</a:t>
            </a:r>
            <a:endParaRPr lang="en-US" sz="13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85800" y="3931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Core, distribution, and access layers for scalable routing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83280" y="2560320"/>
            <a:ext cx="2560320" cy="219456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2743200"/>
            <a:ext cx="5029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520440" y="33375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Defense in</a:t>
            </a:r>
            <a:endParaRPr lang="en-US" sz="13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Depth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3520440" y="3931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Firewall, VLANs, ACLs, and port security at every layer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17920" y="2560320"/>
            <a:ext cx="2560320" cy="219456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178040" y="2743200"/>
            <a:ext cx="502920" cy="5029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355080" y="3337560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 Access</a:t>
            </a:r>
            <a:endParaRPr lang="en-US" sz="1300" dirty="0"/>
          </a:p>
          <a:p>
            <a:pPr marL="0" indent="0" algn="ctr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Ready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355080" y="393192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1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VPN gateway for secure off-site connectivity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Device Inventory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devices across 10 device types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8046720" cy="324612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Device 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A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0A16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D4A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Router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routing and backbone connectivity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Distribution Switch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Inter-VLAN routing and ACL enforcement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L2 Access Switch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devices in HR, Engineering, Finance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Firewall (ASA 5505)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Perimeter security between zones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VPN Gateway Router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Encrypted remote access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Web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Public website in DMZ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Server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Email service in DMZ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Department PCs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per VLAN (HR, Eng, Finance)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Remote Laptop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Simulates remote VPN employee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8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9260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Internet Cloud Node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00" dirty="0">
                          <a:solidFill>
                            <a:srgbClr val="C8D6E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External internet connection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A335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3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Network Topology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Cisco Packet Tracer — Initial Physical View</a:t>
            </a:r>
            <a:endParaRPr lang="en-US" sz="1300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B9D4502-FED9-FB80-04F1-8439285A38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17320" y="1655064"/>
            <a:ext cx="6850380" cy="31287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Five Major Network Areas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560320" cy="155448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685800" y="137160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85800" y="1371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188720" y="1371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Core Layer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85800" y="19202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Backbone connecting distribution switches for fast inter-segment traffic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560320" cy="155448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520440" y="137160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520440" y="1371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023360" y="1371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 Layer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0440" y="19202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 between VLANs and enforces inter-department policies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217920" y="1188720"/>
            <a:ext cx="2560320" cy="155448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355080" y="137160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55080" y="13716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858000" y="13716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 Layer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355080" y="19202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End-device connections across HR, Engineering, and Finance VLANs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3017520"/>
            <a:ext cx="2560320" cy="155448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85800" y="320040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85800" y="3200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188720" y="32004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DMZ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85800" y="37490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segment for web and email servers accessible from the internet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83280" y="3017520"/>
            <a:ext cx="2560320" cy="155448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520440" y="3200400"/>
            <a:ext cx="411480" cy="411480"/>
          </a:xfrm>
          <a:prstGeom prst="ellipse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520440" y="32004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A162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023360" y="320040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Remote Access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520440" y="374904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gateway enabling encrypted connections for off-site employees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Security Measures — Overview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sz="13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is applied at every layer of the network, following a defense-in-depth strategy. Six measures work together to control access, isolate segments, and protect data in transit.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01168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402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234440" y="21488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 Firewall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1234440" y="25146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ASA 5505 — Stateful inspection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383280" y="201168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0" y="22402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69080" y="21488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VLAN Segmentation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4069080" y="25146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L2 broadcast domains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217920" y="201168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4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0" y="2240280"/>
            <a:ext cx="411480" cy="41148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03720" y="214884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 Control Lists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903720" y="251460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Whitelist inter-VLAN traffic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548640" y="347472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3703320"/>
            <a:ext cx="411480" cy="411480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234440" y="3611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DMZ Architecture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1234440" y="39776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 public-facing servers</a:t>
            </a:r>
            <a:endParaRPr lang="en-US" sz="1000" dirty="0"/>
          </a:p>
        </p:txBody>
      </p:sp>
      <p:sp>
        <p:nvSpPr>
          <p:cNvPr id="21" name="Shape 15"/>
          <p:cNvSpPr/>
          <p:nvPr/>
        </p:nvSpPr>
        <p:spPr>
          <a:xfrm>
            <a:off x="3383280" y="347472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0" y="370332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4069080" y="3611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VPN Gateway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069080" y="39776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IPSec encrypted remote access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6217920" y="3474720"/>
            <a:ext cx="2560320" cy="1188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3703320"/>
            <a:ext cx="411480" cy="41148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903720" y="3611880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 Security</a:t>
            </a:r>
            <a:endParaRPr lang="en-US" sz="1300" dirty="0"/>
          </a:p>
        </p:txBody>
      </p:sp>
      <p:sp>
        <p:nvSpPr>
          <p:cNvPr id="28" name="Text 20"/>
          <p:cNvSpPr/>
          <p:nvPr/>
        </p:nvSpPr>
        <p:spPr>
          <a:xfrm>
            <a:off x="6903720" y="3977640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Sticky MAC, port violation shutdown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Firewall &amp; VLAN Segmentation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716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Perimeter Firewall (ASA 5505)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Sits at the boundary between the internet, the DMZ, and the internal network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Performs stateful packet inspection — tracks active connections rather than evaluating packets in isolation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traffic denied by default; only flows defined in the security policy are permitted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Distinguishes legitimate response traffic from unsolicited inbound probes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37160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VLAN Segmentation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98348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HR, Engineering, and Finance each placed on a separate VLAN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isolated Layer 2 broadcast domains between departments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compromised device in HR cannot directly reach Engineering or Finance at Layer 2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Cross-VLAN traffic must pass through the distribution layer where ACLs are enforced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ACLs &amp; DMZ Architecture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716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Access Control Lists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on distribution-layer SVIs (Switch Virtual Interfaces)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 whitelist of permitted inter-VLAN traffic flows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Cross-department communication blocked by default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as the internal equivalent of the perimeter firewall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37160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DMZ Architecture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98348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server and email server isolated in a dedicated DMZ segment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 enforces strict directional rules between zones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Inbound internet traffic reaches DMZ on designated ports only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DMZ servers cannot initiate connections into the internal network — a compromise stays contained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VPN &amp; Port Security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716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3444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VPN Gateway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77724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remote connections encrypted using IPSec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 required before any internal access is granted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interception of remote employee traffic in transit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authorized users can establish connections to internal resources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754880" y="1188720"/>
            <a:ext cx="3840480" cy="347472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3480" y="137160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44068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Port Security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4983480" y="1920240"/>
            <a:ext cx="33832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on all access-layer switch ports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Sticky MAC address learning — only the first connected device is permitted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Unknown MAC addresses trigger a port violation</a:t>
            </a:r>
            <a:endParaRPr lang="en-US" sz="1100" dirty="0"/>
          </a:p>
          <a:p>
            <a:pPr marL="0" indent="0">
              <a:lnSpc>
                <a:spcPct val="130000"/>
              </a:lnSpc>
              <a:buNone/>
            </a:pPr>
            <a:endParaRPr lang="en-US" sz="110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Violating port is shut down until an administrator reviews it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3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Workload Distribution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914400"/>
            <a:ext cx="1097280" cy="36576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8046720" cy="100584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64008" cy="10058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1508760"/>
            <a:ext cx="411480" cy="4114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371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Karrie Butcher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71600" y="173736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topic selection, motivation write-up, overall project plan, report compilation, and video presentation introduction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48640" y="2514600"/>
            <a:ext cx="8046720" cy="100584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48640" y="2514600"/>
            <a:ext cx="64008" cy="10058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7432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371600" y="260604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Camryn McPhaul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1371600" y="297180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type and quantity documentation, Packet Tracer initial device placement and topology setup, screenshot capture, and video demo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548640" y="3749040"/>
            <a:ext cx="8046720" cy="1005840"/>
          </a:xfrm>
          <a:prstGeom prst="rect">
            <a:avLst/>
          </a:prstGeom>
          <a:solidFill>
            <a:srgbClr val="142840"/>
          </a:solidFill>
          <a:ln/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1"/>
          <p:cNvSpPr/>
          <p:nvPr/>
        </p:nvSpPr>
        <p:spPr>
          <a:xfrm>
            <a:off x="548640" y="3749040"/>
            <a:ext cx="64008" cy="1005840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97764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371600" y="38404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Daniel Opemipo Oni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1371600" y="420624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major areas documentation, security measures write-up, VLAN and ACL design planning, and video security section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162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Conclusion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97280" y="1371600"/>
            <a:ext cx="69494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C8D6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project demonstrates how a tech startup can implement a secure, scalable, and well-organized network using industry-standard design principles. VLAN segmentation, a DMZ for public servers, ACLs at the distribution layer, and encrypted VPN access work together to address the most common attack vectors a startup would face.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097280" y="2743200"/>
            <a:ext cx="6949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lnSpc>
                <a:spcPct val="160000"/>
              </a:lnSpc>
              <a:buNone/>
            </a:pPr>
            <a:r>
              <a:rPr lang="en-US" sz="13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Simulating in Cisco Packet Tracer allowed the team to validate every design decision before committing to real hardware — reinforcing the importance of planning security from the ground up.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0" y="3749040"/>
            <a:ext cx="2743200" cy="13716"/>
          </a:xfrm>
          <a:prstGeom prst="rect">
            <a:avLst/>
          </a:prstGeom>
          <a:solidFill>
            <a:srgbClr val="7F8FA6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48640" y="3931920"/>
            <a:ext cx="8046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D4A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F8F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7/5344 — Spring 2026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800</Words>
  <Application>Microsoft Office PowerPoint</Application>
  <PresentationFormat>On-screen Show (16:9)</PresentationFormat>
  <Paragraphs>157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Arial</vt:lpstr>
      <vt:lpstr>Calibri</vt:lpstr>
      <vt:lpstr>Trebuchet MS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Startup Network Design</dc:title>
  <dc:subject>PptxGenJS Presentation</dc:subject>
  <dc:creator>Daniel Opemipo Oni, Karrie Butcher, Camryn McPhaul</dc:creator>
  <cp:lastModifiedBy>Oni, Daniel Opemipo</cp:lastModifiedBy>
  <cp:revision>2</cp:revision>
  <dcterms:created xsi:type="dcterms:W3CDTF">2026-03-26T05:21:42Z</dcterms:created>
  <dcterms:modified xsi:type="dcterms:W3CDTF">2026-03-26T14:40:27Z</dcterms:modified>
</cp:coreProperties>
</file>
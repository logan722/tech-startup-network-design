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Designing and Simulating a</a:t>
            </a:r>
            <a:endParaRPr lang="en-US" sz="3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Tech Startup Network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Segmentation  |  DMZ  |  VPN Access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0" y="3840480"/>
            <a:ext cx="2743200" cy="13716"/>
          </a:xfrm>
          <a:prstGeom prst="rect">
            <a:avLst/>
          </a:prstGeom>
          <a:solidFill>
            <a:srgbClr val="7F8F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7/5344 — Networking and Data Communications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Karrie Butcher   •   Camryn McPhaul   •   Daniel Opemipo Oni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designs and simulates a secure network for a tech startup using Cisco Packet Tracer. The architecture follows a three-tier model (core, distribution, access) with department-level VLAN segmentation, a DMZ for public-facing servers, and a VPN gateway for remote employees.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7432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Three-Tier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Core, distribution, and access layers for scalable routing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8328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74320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2044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Defense in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Depth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Firewall, VLANs, ACLs, and port security at every layer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74320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5508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Access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35508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 gateway for secure off-site connectivity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97280" y="1371600"/>
            <a:ext cx="640080" cy="0"/>
          </a:xfrm>
          <a:prstGeom prst="line">
            <a:avLst/>
          </a:prstGeom>
          <a:noFill/>
          <a:ln w="19050">
            <a:solidFill>
              <a:srgbClr val="7F8F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5740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8308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640080" cy="0"/>
          </a:xfrm>
          <a:prstGeom prst="line">
            <a:avLst/>
          </a:prstGeom>
          <a:noFill/>
          <a:ln w="19050">
            <a:solidFill>
              <a:srgbClr val="7F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4612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23360" y="1371600"/>
            <a:ext cx="640080" cy="0"/>
          </a:xfrm>
          <a:prstGeom prst="line">
            <a:avLst/>
          </a:prstGeom>
          <a:noFill/>
          <a:ln w="19050">
            <a:solidFill>
              <a:srgbClr val="7F8F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8348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Setup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1371600"/>
            <a:ext cx="640080" cy="0"/>
          </a:xfrm>
          <a:prstGeom prst="line">
            <a:avLst/>
          </a:prstGeom>
          <a:noFill/>
          <a:ln w="19050">
            <a:solidFill>
              <a:srgbClr val="7F8FA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949440" y="1371600"/>
            <a:ext cx="640080" cy="0"/>
          </a:xfrm>
          <a:prstGeom prst="line">
            <a:avLst/>
          </a:prstGeom>
          <a:noFill/>
          <a:ln w="19050">
            <a:solidFill>
              <a:srgbClr val="7F8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09560" y="114300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635240" y="16916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377440"/>
            <a:ext cx="3840480" cy="114300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43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Approach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143000" y="2834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 chosen for scalability and clean separation between backbone routing, policy enforcement, and end-device connectivity.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09160" y="2377440"/>
            <a:ext cx="3840480" cy="114300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14600"/>
            <a:ext cx="365760" cy="36576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30352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303520" y="2834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Packet Tracer for network simulation and device configuration. Wireshark for packet-level traffic analysis and protocol inspection.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548640" y="3703320"/>
            <a:ext cx="3840480" cy="114300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40480"/>
            <a:ext cx="365760" cy="36576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1143000" y="3794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Simulation &amp; Testing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1143000" y="4160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connectivity verified across all VLANs. ACL rules tested for correct inter-department blocking. VPN tunnel validated for encrypted remote access.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4709160" y="3703320"/>
            <a:ext cx="3840480" cy="114300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840480"/>
            <a:ext cx="365760" cy="36576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5303520" y="3794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 Criteria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5303520" y="4160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ping across segments, firewall deny logs for unauthorized traffic, VPN tunnel establishment, and port security violation triggers on unknown MACs.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Device Inventory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devices across 10 device types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40080"/>
                <a:gridCol w="51206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routing and backbone connectivity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Distribution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Inter-VLAN routing and ACL enforcement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Access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devices in HR, Engineering,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(ASA 5505)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Perimeter security between zones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remote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website in DMZ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service in DMZ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 PCs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per VLAN (HR, Eng, Finance)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Laptop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Simulates remote VPN employee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Cloud Node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internet connection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Topology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Packet Tracer — Initial Physical View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757" y="1554480"/>
            <a:ext cx="4388486" cy="33832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0" descr="/home/claude/topolog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9197" y="1645920"/>
            <a:ext cx="4205606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Major Network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connecting distribution switches for fast inter-segment traffic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044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between VLANs and enforces inter-department policies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508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Layer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End-device connections across HR, Engineering, and Finance VLANs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0175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2004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2004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37490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segment for web and email servers accessible from the internet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30175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20440" y="32004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352044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023360" y="32004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Access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0440" y="37490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enabling encrypted connections for off-site employees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Measures —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applied at every layer of the network, following a defense-in-depth strategy. Six measures work together to control access, isolate segments, and protect data in transit.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402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 Firewall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5505 — Stateful inspection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402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VLAN Segmentation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06908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L2 broadcast domains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1792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402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Control Lists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90372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 inter-VLAN traffic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4864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033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3444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 Architecture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23444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public-facing servers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38328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70332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Gateway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06908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encrypted remote access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70332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0372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 Security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90372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 MAC, port violation shutdown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Firewall &amp; VLAN Segmentation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 Firewall (ASA 5505)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at the boundary between the internet, the DMZ, and the internal network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stateful packet inspection — tracks active connections rather than evaluating packets in isolation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traffic denied by default; only flows defined in the security policy are permitted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Distinguishes legitimate response traffic from unsolicited inbound probes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VLAN Segmentation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Engineering, and Finance each placed on a separate VLAN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isolated Layer 2 broadcast domains between departments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device in HR cannot directly reach Engineering or Finance at Layer 2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Cross-VLAN traffic must pass through the distribution layer where ACLs are enforced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ACLs &amp; DMZ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Control Lists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 distribution-layer SVIs (Switch Virtual Interfaces)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whitelist of permitted inter-VLAN traffic flows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Cross-department communication blocked by default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the internal equivalent of the perimeter firewall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 Architecture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and email server isolated in a dedicated DMZ segment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enforces strict directional rules between zones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internet traffic reaches DMZ on designated ports only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DMZ servers cannot initiate connections into the internal network — a compromise stays contained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Port Security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Gateway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remote connections encrypted using IPSec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required before any internal access is granted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interception of remote employee traffic in transit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authorized users can establish connections to internal resources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 Security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all access-layer switch ports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 MAC address learning — only the first connected device is permitted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MAC addresses trigger a port violation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port is shut down until an administrator reviews it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 Distribution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Karrie Butcher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topic selection, motivation write-up, overall project plan, report compilation, and video presentation introduction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51460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Camryn McPhaul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9718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 and quantity documentation, Packet Tracer initial device placement and topology setup, screenshot capture, and video demo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374904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776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Daniel Opemipo Oni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42062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major areas documentation, security measures write-up, VLAN and ACL design planning, and video security section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demonstrates how a tech startup can implement a secure, scalable, and well-organized network using industry-standard design principles. VLAN segmentation, a DMZ for public servers, ACLs at the distribution layer, and encrypted VPN access work together to address the most common attack vectors a startup would face.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in Cisco Packet Tracer allowed the team to validate every design decision before committing to real hardware — reinforcing the importance of planning security from the ground up.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2743200" cy="13716"/>
          </a:xfrm>
          <a:prstGeom prst="rect">
            <a:avLst/>
          </a:prstGeom>
          <a:solidFill>
            <a:srgbClr val="7F8FA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7/5344 —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Startup Network Design</dc:title>
  <dc:subject>PptxGenJS Presentation</dc:subject>
  <dc:creator>Daniel Opemipo Oni, Karrie Butcher, Camryn McPhaul</dc:creator>
  <cp:lastModifiedBy>Daniel Opemipo Oni, Karrie Butcher, Camryn McPhaul</cp:lastModifiedBy>
  <cp:revision>1</cp:revision>
  <dcterms:created xsi:type="dcterms:W3CDTF">2026-03-26T05:50:48Z</dcterms:created>
  <dcterms:modified xsi:type="dcterms:W3CDTF">2026-03-26T05:50:48Z</dcterms:modified>
</cp:coreProperties>
</file>